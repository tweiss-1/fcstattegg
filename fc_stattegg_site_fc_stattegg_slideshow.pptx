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90" y="14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FA4B69F-96BF-3930-40AA-A6E88BB2A6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98" b="9032"/>
          <a:stretch>
            <a:fillRect/>
          </a:stretch>
        </p:blipFill>
        <p:spPr>
          <a:xfrm>
            <a:off x="0" y="1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Gemeinsam</a:t>
            </a:r>
            <a:r>
              <a:rPr dirty="0"/>
              <a:t> stark. </a:t>
            </a:r>
            <a:r>
              <a:rPr dirty="0" err="1"/>
              <a:t>Gemeinsam</a:t>
            </a:r>
            <a:r>
              <a:rPr dirty="0"/>
              <a:t> </a:t>
            </a:r>
            <a:r>
              <a:rPr dirty="0" err="1"/>
              <a:t>Stattegg</a:t>
            </a:r>
            <a:r>
              <a:rPr dirty="0"/>
              <a:t>.</a:t>
            </a:r>
          </a:p>
          <a:p>
            <a:pPr>
              <a:spcBef>
                <a:spcPts val="800"/>
              </a:spcBef>
              <a:defRPr sz="2000">
                <a:solidFill>
                  <a:srgbClr val="DCEBE1"/>
                </a:solidFill>
                <a:latin typeface="Arial"/>
              </a:defRPr>
            </a:pPr>
            <a:r>
              <a:rPr dirty="0" err="1"/>
              <a:t>Willkommen</a:t>
            </a:r>
            <a:r>
              <a:rPr dirty="0"/>
              <a:t> </a:t>
            </a:r>
            <a:r>
              <a:rPr dirty="0" err="1"/>
              <a:t>beim</a:t>
            </a:r>
            <a:r>
              <a:rPr dirty="0"/>
              <a:t> </a:t>
            </a:r>
            <a:r>
              <a:rPr dirty="0" err="1"/>
              <a:t>offiziellen</a:t>
            </a:r>
            <a:r>
              <a:rPr dirty="0"/>
              <a:t> </a:t>
            </a:r>
            <a:r>
              <a:rPr dirty="0" err="1"/>
              <a:t>Webauftritt</a:t>
            </a:r>
            <a:r>
              <a:rPr dirty="0"/>
              <a:t> </a:t>
            </a:r>
            <a:r>
              <a:rPr dirty="0" err="1"/>
              <a:t>unseres</a:t>
            </a:r>
            <a:r>
              <a:rPr dirty="0"/>
              <a:t> </a:t>
            </a:r>
            <a:r>
              <a:rPr dirty="0" err="1"/>
              <a:t>Fußballclubs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AB060EF-03A9-5032-55C9-208FB244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590" b="10601"/>
          <a:stretch>
            <a:fillRect/>
          </a:stretch>
        </p:blipFill>
        <p:spPr>
          <a:xfrm>
            <a:off x="-1292772" y="0"/>
            <a:ext cx="1348477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"/>
            <a:ext cx="10362895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Teamgeist</a:t>
            </a:r>
            <a:endParaRPr dirty="0"/>
          </a:p>
          <a:p>
            <a:pPr>
              <a:spcBef>
                <a:spcPts val="800"/>
              </a:spcBef>
              <a:defRPr sz="2000">
                <a:solidFill>
                  <a:srgbClr val="DCEBE1"/>
                </a:solidFill>
                <a:latin typeface="Arial"/>
              </a:defRPr>
            </a:pPr>
            <a:r>
              <a:rPr dirty="0"/>
              <a:t>Der </a:t>
            </a:r>
            <a:r>
              <a:rPr dirty="0" err="1"/>
              <a:t>erfolgreiche</a:t>
            </a:r>
            <a:r>
              <a:rPr dirty="0"/>
              <a:t> Weg des FC </a:t>
            </a:r>
            <a:r>
              <a:rPr dirty="0" err="1"/>
              <a:t>Stattegg</a:t>
            </a:r>
            <a:r>
              <a:rPr dirty="0"/>
              <a:t> in der </a:t>
            </a:r>
            <a:r>
              <a:rPr dirty="0" err="1"/>
              <a:t>Gebietsliga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3B7A57"/>
          </a:solidFill>
          <a:ln>
            <a:solidFill>
              <a:srgbClr val="3B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Nachwuchsarbeit auf höchstem Niveau</a:t>
            </a:r>
          </a:p>
          <a:p>
            <a:pPr>
              <a:spcBef>
                <a:spcPts val="800"/>
              </a:spcBef>
              <a:defRPr sz="2000">
                <a:solidFill>
                  <a:srgbClr val="DCEBE1"/>
                </a:solidFill>
                <a:latin typeface="Arial"/>
              </a:defRPr>
            </a:pPr>
            <a:r>
              <a:t>Von den Bambinis bis zur U16 – wir fördern die Talente von morgen.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62895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548640" rIns="548640" bIns="548640" rtlCol="0" anchor="ctr"/>
          <a:lstStyle/>
          <a:p>
            <a:pPr algn="ctr">
              <a:spcAft>
                <a:spcPts val="1600"/>
              </a:spcAft>
              <a:defRPr sz="2200" b="1">
                <a:solidFill>
                  <a:srgbClr val="2B5A3F"/>
                </a:solidFill>
                <a:latin typeface="Arial"/>
              </a:defRPr>
            </a:pPr>
            <a:r>
              <a:t>Slide 3 – Highlights &amp; Inhalte:</a:t>
            </a:r>
          </a:p>
          <a:p>
            <a:pPr>
              <a:spcBef>
                <a:spcPts val="1000"/>
              </a:spcBef>
              <a:defRPr sz="1800">
                <a:solidFill>
                  <a:srgbClr val="212529"/>
                </a:solidFill>
                <a:latin typeface="Arial"/>
              </a:defRPr>
            </a:pPr>
            <a:r>
              <a:t>•  Professionelles Training in allen Altersstufen</a:t>
            </a:r>
          </a:p>
          <a:p>
            <a:pPr>
              <a:spcBef>
                <a:spcPts val="1000"/>
              </a:spcBef>
              <a:defRPr sz="1800">
                <a:solidFill>
                  <a:srgbClr val="212529"/>
                </a:solidFill>
                <a:latin typeface="Arial"/>
              </a:defRPr>
            </a:pPr>
            <a:r>
              <a:t>•  Freude am Spiel und spielerisches Lernen (U6–U10)</a:t>
            </a:r>
          </a:p>
          <a:p>
            <a:pPr>
              <a:spcBef>
                <a:spcPts val="1000"/>
              </a:spcBef>
              <a:defRPr sz="1800">
                <a:solidFill>
                  <a:srgbClr val="212529"/>
                </a:solidFill>
                <a:latin typeface="Arial"/>
              </a:defRPr>
            </a:pPr>
            <a:r>
              <a:t>•  Gezielte Weiterentwicklung im Jugendbereich (U11–U16)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3B7A57"/>
          </a:solidFill>
          <a:ln>
            <a:solidFill>
              <a:srgbClr val="3B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Trainingsbetrieb &amp; Sportplatz</a:t>
            </a:r>
          </a:p>
          <a:p>
            <a:pPr>
              <a:spcBef>
                <a:spcPts val="800"/>
              </a:spcBef>
              <a:defRPr sz="2000">
                <a:solidFill>
                  <a:srgbClr val="DCEBE1"/>
                </a:solidFill>
                <a:latin typeface="Arial"/>
              </a:defRPr>
            </a:pPr>
            <a:r>
              <a:t>Dienstag &amp; Donnerstag ab 18:30 Uhr am Sportplatz am Wiesengrund.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62895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548640" rIns="548640" bIns="548640" rtlCol="0" anchor="ctr"/>
          <a:lstStyle/>
          <a:p>
            <a:pPr algn="ctr">
              <a:spcAft>
                <a:spcPts val="1600"/>
              </a:spcAft>
              <a:defRPr sz="2200" b="1">
                <a:solidFill>
                  <a:srgbClr val="2B5A3F"/>
                </a:solidFill>
                <a:latin typeface="Arial"/>
              </a:defRPr>
            </a:pPr>
            <a:r>
              <a:t>Slide 4 – Highlights &amp; Inhalte:</a:t>
            </a:r>
          </a:p>
          <a:p>
            <a:pPr>
              <a:spcBef>
                <a:spcPts val="1000"/>
              </a:spcBef>
              <a:defRPr sz="1800">
                <a:solidFill>
                  <a:srgbClr val="212529"/>
                </a:solidFill>
                <a:latin typeface="Arial"/>
              </a:defRPr>
            </a:pPr>
            <a:r>
              <a:t>•  Regelmäßige Einheiten für Kampfmannschaft I &amp; II</a:t>
            </a:r>
          </a:p>
          <a:p>
            <a:pPr>
              <a:spcBef>
                <a:spcPts val="1000"/>
              </a:spcBef>
              <a:defRPr sz="1800">
                <a:solidFill>
                  <a:srgbClr val="212529"/>
                </a:solidFill>
                <a:latin typeface="Arial"/>
              </a:defRPr>
            </a:pPr>
            <a:r>
              <a:t>•  Optimale Platz- und Trainingsbedingungen</a:t>
            </a:r>
          </a:p>
          <a:p>
            <a:pPr>
              <a:spcBef>
                <a:spcPts val="1000"/>
              </a:spcBef>
              <a:defRPr sz="1800">
                <a:solidFill>
                  <a:srgbClr val="212529"/>
                </a:solidFill>
                <a:latin typeface="Arial"/>
              </a:defRPr>
            </a:pPr>
            <a:r>
              <a:t>•  Besucher und Fans sind jederzeit herzlich willkommen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Breitbild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Weiss, Thomas2</cp:lastModifiedBy>
  <cp:revision>2</cp:revision>
  <dcterms:created xsi:type="dcterms:W3CDTF">2013-01-27T09:14:16Z</dcterms:created>
  <dcterms:modified xsi:type="dcterms:W3CDTF">2026-10-14T07:07:54Z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98273d-f5aa-46da-8e10-241f6dcd5f2d_Enabled">
    <vt:lpwstr>true</vt:lpwstr>
  </property>
  <property fmtid="{D5CDD505-2E9C-101B-9397-08002B2CF9AE}" pid="3" name="MSIP_Label_e798273d-f5aa-46da-8e10-241f6dcd5f2d_SetDate">
    <vt:lpwstr>2026-10-14T07:07:54Z</vt:lpwstr>
  </property>
  <property fmtid="{D5CDD505-2E9C-101B-9397-08002B2CF9AE}" pid="4" name="MSIP_Label_e798273d-f5aa-46da-8e10-241f6dcd5f2d_Method">
    <vt:lpwstr>Standard</vt:lpwstr>
  </property>
  <property fmtid="{D5CDD505-2E9C-101B-9397-08002B2CF9AE}" pid="5" name="MSIP_Label_e798273d-f5aa-46da-8e10-241f6dcd5f2d_Name">
    <vt:lpwstr>e798273d-f5aa-46da-8e10-241f6dcd5f2d</vt:lpwstr>
  </property>
  <property fmtid="{D5CDD505-2E9C-101B-9397-08002B2CF9AE}" pid="6" name="MSIP_Label_e798273d-f5aa-46da-8e10-241f6dcd5f2d_SiteId">
    <vt:lpwstr>c760270c-f3da-4cfa-9737-03808ef5579f</vt:lpwstr>
  </property>
  <property fmtid="{D5CDD505-2E9C-101B-9397-08002B2CF9AE}" pid="7" name="MSIP_Label_e798273d-f5aa-46da-8e10-241f6dcd5f2d_ActionId">
    <vt:lpwstr>83724ed2-8d6a-4a0c-aef3-88e4eb88e0a4</vt:lpwstr>
  </property>
  <property fmtid="{D5CDD505-2E9C-101B-9397-08002B2CF9AE}" pid="8" name="MSIP_Label_e798273d-f5aa-46da-8e10-241f6dcd5f2d_ContentBits">
    <vt:lpwstr>0</vt:lpwstr>
  </property>
  <property fmtid="{D5CDD505-2E9C-101B-9397-08002B2CF9AE}" pid="9" name="MSIP_Label_e798273d-f5aa-46da-8e10-241f6dcd5f2d_Tag">
    <vt:lpwstr>10, 3, 0, 1</vt:lpwstr>
  </property>
</Properties>
</file>